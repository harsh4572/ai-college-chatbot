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8FF"/>
                </a:solidFill>
                <a:latin typeface="Aptos"/>
              </a:rPr>
              <a:t>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6B4FF"/>
                </a:solidFill>
                <a:latin typeface="Aptos"/>
              </a:rPr>
              <a:t>for College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FBED7"/>
                </a:solidFill>
                <a:latin typeface="Aptos"/>
              </a:rPr>
              <a:t>An intelligent virtual assistant for quick and interactive college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532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8FF"/>
                </a:solidFill>
                <a:latin typeface="Aptos"/>
              </a:rPr>
              <a:t>Harsh Hanmant Bhosale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1.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Overview of the 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303520" cy="411480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What is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An AI-powered chatbot integrated with a college website to provide students and visitors with quick answers to common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Why is it needed?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67712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College websites contain large amounts of information. Users often spend time searching for courses, departments, admissions, facilities and contact details.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989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6B4FF"/>
                </a:solidFill>
                <a:latin typeface="Aptos"/>
              </a:rPr>
              <a:t>Goal: Make college information easier, faster and more interactive.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Challenges faced by traditional college websites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Students may struggle to locate specific information quickly.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Frequently asked questions create repetitive work for college staff.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Static pages provide limited conversational interaction.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Visitors need a simple way to ask questions without navigating many pages.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Information discovery can be slow, especially on mobile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What the system aims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169164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Instant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Answer common college-related questions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212080" cy="169164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Better User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219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Provide a simple conversational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212080" cy="169164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24/7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Allow users to access assistance anytime.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57600"/>
            <a:ext cx="5212080" cy="169164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404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Easy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793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Reduce the effort needed to find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Conversational information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28346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Opens the college website and enters a question in natural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67712"/>
            <a:ext cx="28346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Processes the question and identifies the relevant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67712"/>
            <a:ext cx="28346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Returns a clear, user-friendly answer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235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6B4FF"/>
                </a:solidFill>
                <a:latin typeface="Aptos"/>
              </a:rPr>
              <a:t>User → Chat Interface → AI / Response Logic → College Information →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5.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Core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0058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Interactive chat interface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Natural-language question handling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Quick answers to common college queries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College information and FAQ support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Simple and responsive web interface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Easy to extend with additional questions and information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User-friendly conversational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Technologies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02336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HTML</a:t>
            </a:r>
            <a:br/>
            <a:r>
              <a:t>CSS</a:t>
            </a:r>
            <a:br/>
            <a:r>
              <a:t>JavaScript</a:t>
            </a:r>
            <a:br/>
            <a:r>
              <a:t>Responsive Web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02336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AI /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76272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Chatbot response logic</a:t>
            </a:r>
            <a:br/>
            <a:r>
              <a:t>Question handling</a:t>
            </a:r>
            <a:br/>
            <a:r>
              <a:t>Knowledge / FAQ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02336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76272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VS Code</a:t>
            </a:r>
            <a:br/>
            <a:r>
              <a:t>Git</a:t>
            </a:r>
            <a:br/>
            <a:r>
              <a:t>GitHub</a:t>
            </a:r>
            <a:br/>
            <a:r>
              <a:t>Web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7.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How a user interacts with the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Open Website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176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Open Chatbot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Enter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Process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2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Generate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2194560"/>
            <a:ext cx="1600200" cy="1828800"/>
          </a:xfrm>
          <a:prstGeom prst="roundRect">
            <a:avLst/>
          </a:prstGeom>
          <a:solidFill>
            <a:srgbClr val="142037"/>
          </a:solidFill>
          <a:ln>
            <a:solidFill>
              <a:srgbClr val="4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24505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6B4FF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5288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Display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937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FBED7"/>
                </a:solidFill>
                <a:latin typeface="Aptos"/>
              </a:rPr>
              <a:t>Simple flow designed for fast information discovery.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8.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Suggested modular structure for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index.html</a:t>
            </a:r>
            <a:br/>
            <a:r>
              <a:t>style.css</a:t>
            </a:r>
            <a:br/>
            <a:r>
              <a:t>script.js</a:t>
            </a:r>
            <a:br/>
            <a:r>
              <a:t>assets/</a:t>
            </a:r>
            <a:br/>
            <a:br/>
            <a:r>
              <a:t>The interface, styling and chatbot interaction are separated for easier maintenance.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Project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0552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README.md</a:t>
            </a:r>
            <a:br/>
            <a:r>
              <a:t>.gitignore</a:t>
            </a:r>
            <a:br/>
            <a:r>
              <a:t>Git repository</a:t>
            </a:r>
            <a:br/>
            <a:br/>
            <a:r>
              <a:t>The project can be version-controlled and published on GitHub for collaboration and portfolio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9. How the Chatbot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Basic conversational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51460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2057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User types 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67712"/>
            <a:ext cx="2057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System identifies keywords /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251460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67712"/>
            <a:ext cx="2057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Relevant college information is selected.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514600" cy="3474720"/>
          </a:xfrm>
          <a:prstGeom prst="roundRect">
            <a:avLst/>
          </a:prstGeom>
          <a:solidFill>
            <a:srgbClr val="142037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8288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6B4FF"/>
                </a:solidFill>
                <a:latin typeface="Aptos"/>
              </a:rPr>
              <a:t>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267712"/>
            <a:ext cx="20574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 concise answer is shown in the chat.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6B4FF"/>
                </a:solidFill>
                <a:latin typeface="Aptos"/>
              </a:rPr>
              <a:t>Example: “What courses are available?” → system finds course information → chatbot displays the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10. User Interface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Screenshots can be added here during final project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46120" cy="3840480"/>
          </a:xfrm>
          <a:prstGeom prst="roundRect">
            <a:avLst/>
          </a:prstGeom>
          <a:solidFill>
            <a:srgbClr val="1C2B46"/>
          </a:solidFill>
          <a:ln>
            <a:solidFill>
              <a:srgbClr val="41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FBED7"/>
                </a:solidFill>
                <a:latin typeface="Aptos"/>
              </a:rPr>
              <a:t>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Home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46120" cy="3840480"/>
          </a:xfrm>
          <a:prstGeom prst="roundRect">
            <a:avLst/>
          </a:prstGeom>
          <a:solidFill>
            <a:srgbClr val="1C2B46"/>
          </a:solidFill>
          <a:ln>
            <a:solidFill>
              <a:srgbClr val="41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8803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FBED7"/>
                </a:solidFill>
                <a:latin typeface="Aptos"/>
              </a:rPr>
              <a:t>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800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Chatbot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246120" cy="3840480"/>
          </a:xfrm>
          <a:prstGeom prst="roundRect">
            <a:avLst/>
          </a:prstGeom>
          <a:solidFill>
            <a:srgbClr val="1C2B46"/>
          </a:solidFill>
          <a:ln>
            <a:solidFill>
              <a:srgbClr val="41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FBED7"/>
                </a:solidFill>
                <a:latin typeface="Aptos"/>
              </a:rPr>
              <a:t>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Chat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FBED7"/>
                </a:solidFill>
                <a:latin typeface="Aptos"/>
              </a:rPr>
              <a:t>Tip: Replace these placeholders with actual project screenshots before presenting.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11.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Benefits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Faster access to frequently requested information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Reduces repetitive basic queries handled manually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Improves website interaction and engagement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Available continuously without office-hour restrictions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Scalable: new FAQs and features can be added later</a:t>
            </a:r>
          </a:p>
          <a:p>
            <a:pPr>
              <a:spcAft>
                <a:spcPts val="1200"/>
              </a:spcAft>
              <a:defRPr sz="2000">
                <a:solidFill>
                  <a:srgbClr val="F5F8FF"/>
                </a:solidFill>
                <a:latin typeface="Aptos"/>
              </a:defRPr>
            </a:pPr>
            <a:r>
              <a:t>• Useful as a practical academic and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12.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Possible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Connect the chatbot to a live college database or CMS.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Use an advanced LLM/API for richer natural-language conversations.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Add multilingual support such as English and Marathi.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Add voice input and voice responses.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Provide authentication for student-specific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Add analytics to understand common student queries.</a:t>
            </a:r>
          </a:p>
          <a:p>
            <a:pPr>
              <a:spcAft>
                <a:spcPts val="12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Deploy the chatbot online for real-world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"/>
              </a:rP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FBED7"/>
                </a:solidFill>
                <a:latin typeface="Aptos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5F8FF"/>
                </a:solidFill>
                <a:latin typeface="Aptos"/>
              </a:rPr>
              <a:t>The AI Chatbot for College Website provides a conversational way to access college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AFBED7"/>
                </a:solidFill>
                <a:latin typeface="Aptos"/>
              </a:rPr>
              <a:t>It combines a web interface with chatbot response logic to make information discovery faster, simpler and more interactive.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8006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6B4FF"/>
                </a:solidFill>
                <a:latin typeface="Aptos"/>
              </a:rPr>
              <a:t>The project can be extended into a full-scale intelligent college assistant.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8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6B4FF"/>
                </a:solidFill>
                <a:latin typeface="Aptos"/>
              </a:rPr>
              <a:t>AI Chatbot for College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FBED7"/>
                </a:solidFill>
                <a:latin typeface="Aptos"/>
              </a:rPr>
              <a:t>Harsh Hanmant Bhosale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8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